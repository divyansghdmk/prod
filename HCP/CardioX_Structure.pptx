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Structure &amp; Role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Hierarchy  ·  Role Definitions  ·  User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CardioX Internal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194560" cy="475488"/>
          </a:xfrm>
          <a:prstGeom prst="rect">
            <a:avLst/>
          </a:prstGeom>
          <a:solidFill>
            <a:srgbClr val="0A1F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9144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CardioX Organizations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2377440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 (HCP)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2194560" cy="475488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7373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Organization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737360"/>
            <a:ext cx="2468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37360"/>
            <a:ext cx="20116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2560320"/>
            <a:ext cx="1188720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Head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560320"/>
            <a:ext cx="1188720" cy="47548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304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88920" y="2560320"/>
            <a:ext cx="1188720" cy="475488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8892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21284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560320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2560320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560320"/>
            <a:ext cx="1188720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064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Doctor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560320"/>
            <a:ext cx="1188720" cy="47548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Admin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560320"/>
            <a:ext cx="1188720" cy="475488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Jr. Doctors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21284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56032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56032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383280"/>
            <a:ext cx="13716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Employees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3383280"/>
            <a:ext cx="13716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Sub-dealers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303580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3383280"/>
            <a:ext cx="8686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303580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3383280"/>
            <a:ext cx="13716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Receptionist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3383280"/>
            <a:ext cx="13716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Jr. Doc Employees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0" y="303580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3383280"/>
            <a:ext cx="-182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3035808"/>
            <a:ext cx="0" cy="3474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creation requests are submitted to Deck Mount for review and provisioning.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Account (HCP) – ECG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Admin 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authorized to manage access and accounts in CardioX for members of an organization.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&amp; manage clinical + admin users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patients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doctor with patient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patient data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settings &amp; parameters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patient data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ECG PDF reports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clinic locations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Clinical 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authorized to manage and conduct ECG tests for patients.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patient information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doctor with patient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patient data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settings &amp; parameters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patient data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ECG PDF reports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create admin or clinical users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Location-specific view (multi-location)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Account – ECG Viewing &amp;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Admin 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access, accounts, and report approvals for the doctor organization.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admin &amp; clinical users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existing user accounts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ECG test reports linked by HCP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clinic locations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Doctor can be the account administrator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Clinical 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to view and approve ECG test reports linked by the Healthcare Professional account.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ECG test reports from HCP accounts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ECG test reports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create admin or clinical users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create or edit patients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When a Doctor account is created, doctor details become visible in HCP accounts for patient-doctor association.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 Matrix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7764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1463040"/>
                <a:gridCol w="1463040"/>
              </a:tblGrid>
              <a:tr h="3059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/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HCP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HCP Clinical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Clinical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Admin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Clinical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Edit 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 Doctor w/ Patient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Patient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 Settings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ECG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ECG Reports (HCP link)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ECG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Locations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Workflow – ECG Test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1228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122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Mount creates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(HCP) account.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Head assigned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Admin.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00200" y="233172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3936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5124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135124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73936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19656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Admins.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54096" y="233172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9020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589020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27832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Creation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Clinical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 record.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07992" y="233172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42916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042916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1728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Doctor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a Doctor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Doctor Org)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patient.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61888" y="233172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5624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6812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6812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35624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Test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ECG 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records data.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15784" y="233172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1005840"/>
            <a:ext cx="1234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50708" y="11430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95070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0" y="1783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35240" y="224028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PDF 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Doctor.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 all clinic locations. Clinical Users have location-scoped access only.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Workflow – ECG Review &amp;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143000"/>
            <a:ext cx="512064" cy="512064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Mount creates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Org account.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Doctor assigned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Admin.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00584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143000"/>
            <a:ext cx="512064" cy="512064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240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details auto-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in HCP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linking.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00584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143000"/>
            <a:ext cx="512064" cy="512064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8" name="Text 16"/>
          <p:cNvSpPr/>
          <p:nvPr/>
        </p:nvSpPr>
        <p:spPr>
          <a:xfrm>
            <a:off x="431596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240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associates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to patient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generates ECG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49240" y="2331720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00584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07608" y="1143000"/>
            <a:ext cx="512064" cy="512064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4" name="Text 22"/>
          <p:cNvSpPr/>
          <p:nvPr/>
        </p:nvSpPr>
        <p:spPr>
          <a:xfrm>
            <a:off x="600760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240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(Admin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Clinical) views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report linked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HCP.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40880" y="2331720"/>
            <a:ext cx="137160" cy="0"/>
          </a:xfrm>
          <a:prstGeom prst="line">
            <a:avLst/>
          </a:prstGeom>
          <a:noFill/>
          <a:ln w="19050">
            <a:solidFill>
              <a:srgbClr val="0A1F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00584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9248" y="1143000"/>
            <a:ext cx="512064" cy="512064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30" name="Text 28"/>
          <p:cNvSpPr/>
          <p:nvPr/>
        </p:nvSpPr>
        <p:spPr>
          <a:xfrm>
            <a:off x="7699248" y="1143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22402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approves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test 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clinical use.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0F2FE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Clinical Users can view and approve reports only — they cannot create patients or manage users.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HCP Head = 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HCP Head can serve as the primary administrator of the Clinic Account.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 Creates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create and manage both Clinical Users and other Admin accounts.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21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Clinical User Restriction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Users cannot create Clinical or Admin accounts — user management is Admin-only.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4884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21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Multi-Location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Users have location-scoped views. Admins can view data across all clinic locations.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3756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10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Doctor Visibility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Doctor account is created, their details become visible in HCP accounts for patient-doctor association.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3375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3756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10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 Approval Chain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reports generated by HCP are reviewed and approved by Doctor accounts (Admin or Clinical).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CardioX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Clinical Excellence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Account Types: HCP (Testing) &amp; Doctor (Approval)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User Roles: HCP Admin, HCP Clinical, Doctor Admin, Doctor Clinical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Clear permission boundaries protect data integrity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Seamless HCP ↔ Doctor report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CardioX · Internal Documentation ·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CardioX – Platform Structure</dc:title>
  <dc:subject>PptxGenJS Presentation</dc:subject>
  <dc:creator>PptxGenJS</dc:creator>
  <cp:lastModifiedBy>PptxGenJS</cp:lastModifiedBy>
  <cp:revision>1</cp:revision>
  <dcterms:created xsi:type="dcterms:W3CDTF">2026-03-10T09:32:33Z</dcterms:created>
  <dcterms:modified xsi:type="dcterms:W3CDTF">2026-03-10T09:32:33Z</dcterms:modified>
</cp:coreProperties>
</file>